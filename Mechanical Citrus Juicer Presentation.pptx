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1EF3F-3DA3-43FB-8918-4B07BFBF7C3E}" v="1" dt="2025-01-03T21:35:05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üreyya Erdoğan" userId="fd572ee5ee47321b" providerId="LiveId" clId="{A771EF3F-3DA3-43FB-8918-4B07BFBF7C3E}"/>
    <pc:docChg chg="undo custSel modSld">
      <pc:chgData name="Füreyya Erdoğan" userId="fd572ee5ee47321b" providerId="LiveId" clId="{A771EF3F-3DA3-43FB-8918-4B07BFBF7C3E}" dt="2025-01-03T21:47:23.129" v="11" actId="26606"/>
      <pc:docMkLst>
        <pc:docMk/>
      </pc:docMkLst>
      <pc:sldChg chg="addSp modSp mod setBg">
        <pc:chgData name="Füreyya Erdoğan" userId="fd572ee5ee47321b" providerId="LiveId" clId="{A771EF3F-3DA3-43FB-8918-4B07BFBF7C3E}" dt="2025-01-03T21:35:28.707" v="3" actId="26606"/>
        <pc:sldMkLst>
          <pc:docMk/>
          <pc:sldMk cId="2169247911" sldId="256"/>
        </pc:sldMkLst>
        <pc:spChg chg="mod">
          <ac:chgData name="Füreyya Erdoğan" userId="fd572ee5ee47321b" providerId="LiveId" clId="{A771EF3F-3DA3-43FB-8918-4B07BFBF7C3E}" dt="2025-01-03T21:35:28.707" v="3" actId="26606"/>
          <ac:spMkLst>
            <pc:docMk/>
            <pc:sldMk cId="2169247911" sldId="256"/>
            <ac:spMk id="2" creationId="{A5165A97-DF60-2BE5-A31A-061D8B660654}"/>
          </ac:spMkLst>
        </pc:spChg>
        <pc:spChg chg="mod">
          <ac:chgData name="Füreyya Erdoğan" userId="fd572ee5ee47321b" providerId="LiveId" clId="{A771EF3F-3DA3-43FB-8918-4B07BFBF7C3E}" dt="2025-01-03T21:35:28.707" v="3" actId="26606"/>
          <ac:spMkLst>
            <pc:docMk/>
            <pc:sldMk cId="2169247911" sldId="256"/>
            <ac:spMk id="3" creationId="{9DD80E06-ADC0-5033-6126-A40554E69382}"/>
          </ac:spMkLst>
        </pc:spChg>
        <pc:spChg chg="add">
          <ac:chgData name="Füreyya Erdoğan" userId="fd572ee5ee47321b" providerId="LiveId" clId="{A771EF3F-3DA3-43FB-8918-4B07BFBF7C3E}" dt="2025-01-03T21:35:28.707" v="3" actId="26606"/>
          <ac:spMkLst>
            <pc:docMk/>
            <pc:sldMk cId="2169247911" sldId="256"/>
            <ac:spMk id="10" creationId="{E91DC736-0EF8-4F87-9146-EBF1D2EE4D3D}"/>
          </ac:spMkLst>
        </pc:spChg>
        <pc:spChg chg="add">
          <ac:chgData name="Füreyya Erdoğan" userId="fd572ee5ee47321b" providerId="LiveId" clId="{A771EF3F-3DA3-43FB-8918-4B07BFBF7C3E}" dt="2025-01-03T21:35:28.707" v="3" actId="26606"/>
          <ac:spMkLst>
            <pc:docMk/>
            <pc:sldMk cId="2169247911" sldId="256"/>
            <ac:spMk id="12" creationId="{097CD68E-23E3-4007-8847-CD0944C4F7BE}"/>
          </ac:spMkLst>
        </pc:spChg>
        <pc:spChg chg="add">
          <ac:chgData name="Füreyya Erdoğan" userId="fd572ee5ee47321b" providerId="LiveId" clId="{A771EF3F-3DA3-43FB-8918-4B07BFBF7C3E}" dt="2025-01-03T21:35:28.707" v="3" actId="26606"/>
          <ac:spMkLst>
            <pc:docMk/>
            <pc:sldMk cId="2169247911" sldId="256"/>
            <ac:spMk id="14" creationId="{AF2F604E-43BE-4DC3-B983-E071523364F8}"/>
          </ac:spMkLst>
        </pc:spChg>
        <pc:spChg chg="add">
          <ac:chgData name="Füreyya Erdoğan" userId="fd572ee5ee47321b" providerId="LiveId" clId="{A771EF3F-3DA3-43FB-8918-4B07BFBF7C3E}" dt="2025-01-03T21:35:28.707" v="3" actId="26606"/>
          <ac:spMkLst>
            <pc:docMk/>
            <pc:sldMk cId="2169247911" sldId="256"/>
            <ac:spMk id="16" creationId="{08C9B587-E65E-4B52-B37C-ABEBB6E87928}"/>
          </ac:spMkLst>
        </pc:spChg>
        <pc:picChg chg="add mod ord">
          <ac:chgData name="Füreyya Erdoğan" userId="fd572ee5ee47321b" providerId="LiveId" clId="{A771EF3F-3DA3-43FB-8918-4B07BFBF7C3E}" dt="2025-01-03T21:35:28.707" v="3" actId="26606"/>
          <ac:picMkLst>
            <pc:docMk/>
            <pc:sldMk cId="2169247911" sldId="256"/>
            <ac:picMk id="5" creationId="{ED2D3217-92CC-3CBE-9086-E91EAE44C019}"/>
          </ac:picMkLst>
        </pc:picChg>
      </pc:sldChg>
      <pc:sldChg chg="addSp delSp modSp mod setBg">
        <pc:chgData name="Füreyya Erdoğan" userId="fd572ee5ee47321b" providerId="LiveId" clId="{A771EF3F-3DA3-43FB-8918-4B07BFBF7C3E}" dt="2025-01-03T21:47:23.129" v="11" actId="26606"/>
        <pc:sldMkLst>
          <pc:docMk/>
          <pc:sldMk cId="3011346730" sldId="257"/>
        </pc:sldMkLst>
        <pc:spChg chg="add del">
          <ac:chgData name="Füreyya Erdoğan" userId="fd572ee5ee47321b" providerId="LiveId" clId="{A771EF3F-3DA3-43FB-8918-4B07BFBF7C3E}" dt="2025-01-03T21:41:18.945" v="7" actId="26606"/>
          <ac:spMkLst>
            <pc:docMk/>
            <pc:sldMk cId="3011346730" sldId="257"/>
            <ac:spMk id="10" creationId="{A9F529C3-C941-49FD-8C67-82F134F64BDB}"/>
          </ac:spMkLst>
        </pc:spChg>
        <pc:spChg chg="add del">
          <ac:chgData name="Füreyya Erdoğan" userId="fd572ee5ee47321b" providerId="LiveId" clId="{A771EF3F-3DA3-43FB-8918-4B07BFBF7C3E}" dt="2025-01-03T21:41:18.945" v="7" actId="26606"/>
          <ac:spMkLst>
            <pc:docMk/>
            <pc:sldMk cId="3011346730" sldId="257"/>
            <ac:spMk id="12" creationId="{20586029-32A0-47E5-9AEC-AE3ABA6B94D0}"/>
          </ac:spMkLst>
        </pc:spChg>
        <pc:spChg chg="add del">
          <ac:chgData name="Füreyya Erdoğan" userId="fd572ee5ee47321b" providerId="LiveId" clId="{A771EF3F-3DA3-43FB-8918-4B07BFBF7C3E}" dt="2025-01-03T21:47:23.129" v="11" actId="26606"/>
          <ac:spMkLst>
            <pc:docMk/>
            <pc:sldMk cId="3011346730" sldId="257"/>
            <ac:spMk id="18" creationId="{2F19B711-C590-44D1-9AA8-9F143B0ED58A}"/>
          </ac:spMkLst>
        </pc:spChg>
        <pc:spChg chg="add del">
          <ac:chgData name="Füreyya Erdoğan" userId="fd572ee5ee47321b" providerId="LiveId" clId="{A771EF3F-3DA3-43FB-8918-4B07BFBF7C3E}" dt="2025-01-03T21:47:23.129" v="11" actId="26606"/>
          <ac:spMkLst>
            <pc:docMk/>
            <pc:sldMk cId="3011346730" sldId="257"/>
            <ac:spMk id="19" creationId="{C0C79CF2-6A1C-4636-84CE-ABB2BE191D23}"/>
          </ac:spMkLst>
        </pc:spChg>
        <pc:spChg chg="add del">
          <ac:chgData name="Füreyya Erdoğan" userId="fd572ee5ee47321b" providerId="LiveId" clId="{A771EF3F-3DA3-43FB-8918-4B07BFBF7C3E}" dt="2025-01-03T21:47:23.129" v="11" actId="26606"/>
          <ac:spMkLst>
            <pc:docMk/>
            <pc:sldMk cId="3011346730" sldId="257"/>
            <ac:spMk id="20" creationId="{7A5D17DF-AD65-402C-A95C-F13C770C9FCD}"/>
          </ac:spMkLst>
        </pc:spChg>
        <pc:picChg chg="mod ord">
          <ac:chgData name="Füreyya Erdoğan" userId="fd572ee5ee47321b" providerId="LiveId" clId="{A771EF3F-3DA3-43FB-8918-4B07BFBF7C3E}" dt="2025-01-03T21:47:23.129" v="11" actId="26606"/>
          <ac:picMkLst>
            <pc:docMk/>
            <pc:sldMk cId="3011346730" sldId="257"/>
            <ac:picMk id="3" creationId="{C62C814C-4CCF-D934-12C2-4969781E44BC}"/>
          </ac:picMkLst>
        </pc:picChg>
        <pc:picChg chg="mod">
          <ac:chgData name="Füreyya Erdoğan" userId="fd572ee5ee47321b" providerId="LiveId" clId="{A771EF3F-3DA3-43FB-8918-4B07BFBF7C3E}" dt="2025-01-03T21:47:23.129" v="11" actId="26606"/>
          <ac:picMkLst>
            <pc:docMk/>
            <pc:sldMk cId="3011346730" sldId="257"/>
            <ac:picMk id="5" creationId="{A4EE87AE-9F80-7B60-4C42-4F1DF986ACD1}"/>
          </ac:picMkLst>
        </pc:picChg>
        <pc:cxnChg chg="add del">
          <ac:chgData name="Füreyya Erdoğan" userId="fd572ee5ee47321b" providerId="LiveId" clId="{A771EF3F-3DA3-43FB-8918-4B07BFBF7C3E}" dt="2025-01-03T21:41:18.945" v="7" actId="26606"/>
          <ac:cxnSpMkLst>
            <pc:docMk/>
            <pc:sldMk cId="3011346730" sldId="257"/>
            <ac:cxnSpMk id="14" creationId="{8C730EAB-A532-4295-A302-FB4B90DB9F5E}"/>
          </ac:cxnSpMkLst>
        </pc:cxnChg>
        <pc:cxnChg chg="add del">
          <ac:chgData name="Füreyya Erdoğan" userId="fd572ee5ee47321b" providerId="LiveId" clId="{A771EF3F-3DA3-43FB-8918-4B07BFBF7C3E}" dt="2025-01-03T21:41:22.980" v="9" actId="26606"/>
          <ac:cxnSpMkLst>
            <pc:docMk/>
            <pc:sldMk cId="3011346730" sldId="257"/>
            <ac:cxnSpMk id="16" creationId="{4D56677B-C0B7-4DAC-ACAD-8054FF1B599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938F-DED2-92BC-2D2A-8B085B366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3D128-575B-C41F-873E-03975334A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36E0F-7CF1-E9C1-4AFA-8A0C42D7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2A52E-8951-D157-822A-DD66C33A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22DFD-9FB9-85B1-37B6-1DB09E53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7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6CFD-B971-534F-27F5-2FD4F2F0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F6D58-A789-D7E2-A6BC-6AB9EFE0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4F0D0-2687-FC58-CCEF-3C278C33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08E84-D5E5-333B-BB28-16CCBC82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9C6C9-C4AA-8D3E-1ACD-39B7731D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3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201F-6DF7-4083-6A3D-12FEFFC79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282CF-160C-452B-4C84-D604F27A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9D1F9-8A38-3058-3EBC-8716AEAC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2DF0B-2053-42F0-7AE6-16CA2D3A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31A5B-7D56-ACBB-E072-95FD8D12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8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9A6F-BEA2-0B16-9201-BC45BD9C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5924F-07B8-6C03-E04F-C3FAB78EB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60638-35FB-2082-BCD4-FA7881DF4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08D21-F214-A74B-83C0-D07CBB8C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EA4E1-876D-85ED-1591-34BC9757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12EB2-6AFA-FF80-90A7-A0489578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572A-0FE7-CB64-8C8D-1F298531C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4F165-35A0-B1BA-3A23-69E1D505C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F06D9-ED5F-A118-A2D6-AF2073F10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3C12C-6937-B3E2-3441-0C27D7BD2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106EC-C928-EB92-8EC1-9DFB2C54D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D4B7FB-1562-1469-9266-A26B9DFF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6ECA73-AFB8-6385-008A-90CF990A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B5460-D85E-7074-85E9-FD85A1C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0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050A-787B-BACD-F4DB-955489F76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EEF8A-D367-5AAB-5624-F030900E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0656A-2101-6ED4-7EAB-F2B11620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413CF-4492-4E7C-92CA-33D40E2A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1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36876-D4F8-E4B5-1189-0D1053CF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B22CA-B157-4118-C1B4-EE37A8DB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648E6-AB51-1B0A-7C61-D99DCE65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6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0231-BFA1-B98B-3799-92FFA1CA8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A1E52-5BB9-FE18-56CF-40E3A113C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E3ED6-B66E-5AA3-6B97-0A10520A7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D3ADC-430E-DD6D-3BE7-B2394596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5C356-AFAB-0AF6-F068-6C932CEC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5EAB3-E552-E931-7C85-733DC815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7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D893-892C-391B-825D-6FFBAD2E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66A39-2D54-6827-B228-4751070CF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FB9F5-DD43-67E1-551F-0CA989424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BD2B0-0F10-4F9C-5B96-90F0EE7D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070A4-59DE-637F-DC9C-A97FE611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87DB1-6256-C218-E3D7-7355174A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21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6ED0-DE3D-64EC-6D91-CC0227CD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1EA00-EAA2-7163-165E-F89262E0D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453BE-2B8A-46A4-DEF4-FE0C044F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8C748-B1EB-4EF2-D5BE-4A481D35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0B6F5-691F-C7F3-7601-F6479747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5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5CB8B-03CE-6A50-BE24-B62C48DD2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59866-B505-ED10-BDED-AA79C335A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3DDA7-9360-C756-65D6-895C00B5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3C837-D824-3A53-F36D-DA342D99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C1305-8D86-8255-F08A-E45FA2CC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3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FC1DA0-1CDF-475A-90C4-5DE097F96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60F99-4808-4940-5159-55A0798EC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E872C-B943-6E09-35EE-E7E844004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D3CF2-A952-4349-9280-629FF4694A6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CA7D-41FB-575B-6B56-70874F3A4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B1903-25E3-DD17-64C4-4162F5626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6002F-259A-4028-AC05-E8F5E69BA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8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kitchen counter with a green and white object&#10;&#10;Description automatically generated">
            <a:extLst>
              <a:ext uri="{FF2B5EF4-FFF2-40B4-BE49-F238E27FC236}">
                <a16:creationId xmlns:a16="http://schemas.microsoft.com/office/drawing/2014/main" id="{ED2D3217-92CC-3CBE-9086-E91EAE44C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34" b="909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65A97-DF60-2BE5-A31A-061D8B660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tr-TR" sz="4800"/>
              <a:t>Mechanical Citrus Juicer</a:t>
            </a: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80E06-ADC0-5033-6126-A40554E69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tr-TR" sz="2000"/>
              <a:t>Selin Rabia Kinsiz 122207037</a:t>
            </a:r>
          </a:p>
          <a:p>
            <a:pPr algn="l"/>
            <a:r>
              <a:rPr lang="tr-TR" sz="2000"/>
              <a:t>Zehra Füreyya Erdoğan 122207074</a:t>
            </a:r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24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print of a mechanical design&#10;&#10;Description automatically generated">
            <a:extLst>
              <a:ext uri="{FF2B5EF4-FFF2-40B4-BE49-F238E27FC236}">
                <a16:creationId xmlns:a16="http://schemas.microsoft.com/office/drawing/2014/main" id="{C62C814C-4CCF-D934-12C2-4969781E4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2" t="10965" r="15889" b="17210"/>
          <a:stretch/>
        </p:blipFill>
        <p:spPr>
          <a:xfrm>
            <a:off x="0" y="1515019"/>
            <a:ext cx="6373092" cy="4560195"/>
          </a:xfrm>
          <a:prstGeom prst="rect">
            <a:avLst/>
          </a:prstGeom>
        </p:spPr>
      </p:pic>
      <p:pic>
        <p:nvPicPr>
          <p:cNvPr id="5" name="Picture 4" descr="A blueprint of a screw and nut&#10;&#10;Description automatically generated">
            <a:extLst>
              <a:ext uri="{FF2B5EF4-FFF2-40B4-BE49-F238E27FC236}">
                <a16:creationId xmlns:a16="http://schemas.microsoft.com/office/drawing/2014/main" id="{A4EE87AE-9F80-7B60-4C42-4F1DF986A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1" t="17944" r="12011" b="3973"/>
          <a:stretch/>
        </p:blipFill>
        <p:spPr>
          <a:xfrm>
            <a:off x="6226031" y="1515019"/>
            <a:ext cx="5965969" cy="428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4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print of a machine&#10;&#10;Description automatically generated">
            <a:extLst>
              <a:ext uri="{FF2B5EF4-FFF2-40B4-BE49-F238E27FC236}">
                <a16:creationId xmlns:a16="http://schemas.microsoft.com/office/drawing/2014/main" id="{771FEF10-F34F-FE1E-1983-7940229D0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9" t="8619" r="20291" b="20943"/>
          <a:stretch/>
        </p:blipFill>
        <p:spPr>
          <a:xfrm>
            <a:off x="0" y="971419"/>
            <a:ext cx="6225309" cy="4441797"/>
          </a:xfrm>
          <a:prstGeom prst="rect">
            <a:avLst/>
          </a:prstGeom>
        </p:spPr>
      </p:pic>
      <p:pic>
        <p:nvPicPr>
          <p:cNvPr id="5" name="Picture 4" descr="A white sheet with circles on it&#10;&#10;Description automatically generated">
            <a:extLst>
              <a:ext uri="{FF2B5EF4-FFF2-40B4-BE49-F238E27FC236}">
                <a16:creationId xmlns:a16="http://schemas.microsoft.com/office/drawing/2014/main" id="{5CEE70C6-DE47-5017-CBC7-83B5F0B8F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7" t="19260" r="27109" b="24041"/>
          <a:stretch/>
        </p:blipFill>
        <p:spPr>
          <a:xfrm>
            <a:off x="6225309" y="971419"/>
            <a:ext cx="6048547" cy="45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4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879286-6F14-ACAC-D786-71A23CC08249}"/>
              </a:ext>
            </a:extLst>
          </p:cNvPr>
          <p:cNvSpPr txBox="1"/>
          <p:nvPr/>
        </p:nvSpPr>
        <p:spPr>
          <a:xfrm>
            <a:off x="2286000" y="1704109"/>
            <a:ext cx="689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Parça render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65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lama proje">
            <a:hlinkClick r:id="" action="ppaction://media"/>
            <a:extLst>
              <a:ext uri="{FF2B5EF4-FFF2-40B4-BE49-F238E27FC236}">
                <a16:creationId xmlns:a16="http://schemas.microsoft.com/office/drawing/2014/main" id="{702F5FB1-F9C8-1D42-C391-F793525C5B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85825"/>
            <a:ext cx="1219200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8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4-12-28 at 16.03.35">
            <a:hlinkClick r:id="" action="ppaction://media"/>
            <a:extLst>
              <a:ext uri="{FF2B5EF4-FFF2-40B4-BE49-F238E27FC236}">
                <a16:creationId xmlns:a16="http://schemas.microsoft.com/office/drawing/2014/main" id="{A776BD48-430C-A02F-8C36-F9E6CC831B4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283" y="988291"/>
            <a:ext cx="12115434" cy="503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9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machine&#10;&#10;Description automatically generated">
            <a:extLst>
              <a:ext uri="{FF2B5EF4-FFF2-40B4-BE49-F238E27FC236}">
                <a16:creationId xmlns:a16="http://schemas.microsoft.com/office/drawing/2014/main" id="{43B7F9F5-76BF-6E2F-B8F2-F256B14BE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</Words>
  <Application>Microsoft Office PowerPoint</Application>
  <PresentationFormat>Widescreen</PresentationFormat>
  <Paragraphs>4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Mechanical Citrus Juicer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Füreyya Erdoğan</dc:creator>
  <cp:lastModifiedBy>Füreyya Erdoğan</cp:lastModifiedBy>
  <cp:revision>1</cp:revision>
  <dcterms:created xsi:type="dcterms:W3CDTF">2025-01-03T21:05:43Z</dcterms:created>
  <dcterms:modified xsi:type="dcterms:W3CDTF">2025-01-03T21:47:32Z</dcterms:modified>
</cp:coreProperties>
</file>